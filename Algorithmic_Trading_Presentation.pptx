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Algorithmic Market Regime Identification &amp; Trend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Hybrid Unsupervised and Supervised Machine Learning Pipeline</a:t>
            </a:r>
          </a:p>
          <a:p/>
          <a:p>
            <a:r>
              <a:t>Submitted by: Lakshit Vashishtha</a:t>
            </a:r>
          </a:p>
          <a:p>
            <a:r>
              <a:t>Semester: 6th Semester, 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Traditional Financial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predictive models (like global linear regression) assume the market behaves consistently over time.</a:t>
            </a:r>
          </a:p>
          <a:p>
            <a:r>
              <a:t>The Reality: Markets operate in shifting "regimes" (e.g., high volatility crashes, slow bullish grinds, sideways consolidation).</a:t>
            </a:r>
          </a:p>
          <a:p>
            <a:r>
              <a:t>Applying a single static model across all regimes results in poor predictive accuracy and false trading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an adaptive predictive system that recognizes the current state of the market before making a forecast.</a:t>
            </a:r>
          </a:p>
          <a:p>
            <a:r>
              <a:t>Step 1: Cluster historical market data into distinct regimes without human bias.</a:t>
            </a:r>
          </a:p>
          <a:p>
            <a:r>
              <a:t>Step 2: Apply localized regression to predict short-term price movements, weighing recent, similar market conditions heaviest.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Model: K-Means Clustering</a:t>
            </a:r>
          </a:p>
          <a:p>
            <a:pPr lvl="1"/>
            <a:r>
              <a:t>Identifies hidden structures in volume and volatility data to define market regimes.</a:t>
            </a:r>
          </a:p>
          <a:p>
            <a:r>
              <a:t>Supervised Model: Locally Weighted Regression (LWR)</a:t>
            </a:r>
          </a:p>
          <a:p>
            <a:pPr lvl="1"/>
            <a:r>
              <a:t>A non-parametric algorithm. Instead of building one global model, it builds a custom, hyper-local model for every single prediction by assigning higher mathematical weight to historical days that structurally match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Layer: Ingest daily financial metrics (Daily Return %, Intraday Volatility, Volume Change).</a:t>
            </a:r>
          </a:p>
          <a:p>
            <a:r>
              <a:t>Clustering Engine: K-Means assigns the current day to a Regime (e.g., Cluster 0, 1, or 2).</a:t>
            </a:r>
          </a:p>
          <a:p>
            <a:r>
              <a:t>Data Filter: The system retrieves only historical data from the matched regime.</a:t>
            </a:r>
          </a:p>
          <a:p>
            <a:r>
              <a:t>Prediction Engine: LWR processes the filtered data to forecast the Next_Day_Return.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Accuracy: The hybrid model significantly reduces the Mean Squared Error (MSE) compared to a standard global regression model.</a:t>
            </a:r>
          </a:p>
          <a:p>
            <a:r>
              <a:t>Regime Clarity: K-Means successfully separated volatile "whipsaw" days from stable trending days, preventing the regression model from being skewed by market outliers.</a:t>
            </a:r>
          </a:p>
          <a:p>
            <a:r>
              <a:t>[Placeholder: Insert a scatter plot here showing the 3 different colored clusters]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Combining unsupervised clustering with lazy-learning regression creates a highly adaptive system capable of navigating shifting data environments.</a:t>
            </a:r>
          </a:p>
          <a:p>
            <a:r>
              <a:t>Future Scope: Translating the model's output into a programmatic strategy using Pine Script, and connecting it via a bridge platform to a live broker API for fully automated trade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